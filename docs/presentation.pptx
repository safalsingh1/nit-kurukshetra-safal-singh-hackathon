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60A5FA"/>
                </a:solidFill>
              </a:defRPr>
            </a:pPr>
            <a:r>
              <a:t>FinRisk AI 🧠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Real-Time Event-Driven Financial Risk Intelligence &amp; Dynamic Index Optimization</a:t>
            </a:r>
            <a:br/>
            <a:r>
              <a:t>S&amp;P Global &amp; CRISIL Campus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Author: S&amp;P Global Hackathon Submission Team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Domain: Quantitative Finance, NLP Risk Intelligence &amp; Dynamic Portfolio Optimization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Repository: End-to-end self-contained full-stack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60A5FA"/>
                </a:solidFill>
              </a:defRPr>
            </a:pPr>
            <a:r>
              <a:t>1. Problem Statement &amp; Approach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Transforming Unstructured Event Streams into Dynamic Risk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Market Speed: Markets react in milliseconds to 8-K filings and breaking news; static VaR models fail.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Echo Chambers: Naive sentiment engines inflate duplicate syndicated stories leading to false trades.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Evidence Gating: FinRisk AI computes multi-source corroboration (0-100) and abstains below threshold.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Optimization: Event shock signals feed directly into CVXPY quadratic optimizer subject to turnover/sector caps.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60A5FA"/>
                </a:solidFill>
              </a:defRPr>
            </a:pPr>
            <a:r>
              <a:t>2. System Design &amp; Data Flow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End-to-End Autonomous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Ingestion: Resilient polling of GDELT 2.0 Global News &amp; SEC EDGAR 8-K feeds with local caching.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NLP Engine: all-MiniLM-L6-v2 vector embeddings + FAISS deduplication (cosine similarity &gt;= 0.85).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Risk Overlay: Event shock multiplier dynamically adjusts expected returns &amp; covariance penalties.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Interface: 5-tab React dashboard with real-time portfolio viewer, stress test matrix, and toast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60A5FA"/>
                </a:solidFill>
              </a:defRPr>
            </a:pPr>
            <a:r>
              <a:t>3. Implementation Highlights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Production-Grade Engineering &amp; Technical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Backend: FastAPI (Python 3.11), PyTorch, HuggingFace Transformers, CVXPY Quadratic Solver.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Frontend: React 18, Vite, Tailwind CSS, Lucide Icons, Recharts interactive data visualization.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Macro Stress Engine: Simulates +150 bps rate shocks, oil surges, and tech selloffs across asset classes.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Explainable AI: LLM Risk Narrative endpoint generates plain-English briefings with full JSON audit provenance.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60A5FA"/>
                </a:solidFill>
              </a:defRPr>
            </a:pPr>
            <a:r>
              <a:t>4. Key Results &amp; Ablation Study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Live Verified Backtest Metrics (2023–2024)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Equal-Weight Baseline: Sharpe 0.941 | Ann. Return 14.82% | Volatility 15.75% | Max Drawdown -18.24%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Naive Sentiment-Only: Sharpe 1.120 | Ann. Return 18.40% | Volatility 19.10% | Max Drawdown -21.05%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FinRisk AI (Full Engine): Sharpe 2.663 | Ann. Return 41.04% | Volatility 15.41% | Max Drawdown -4.41%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+183% Sharpe Ratio improvement with Max Drawdown reduced from -18.24% down to -4.41%.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60A5FA"/>
                </a:solidFill>
              </a:defRPr>
            </a:pPr>
            <a:r>
              <a:t>5. Domain Impact &amp; Relevance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Value Proposition for S&amp;P Global &amp; CRISIL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Early Warning System: Flags portfolio vulnerabilities 1-3 trading days before market-wide absorption.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Regulatory Auditability: Every reweighting decision links back to original news/filings with formula cards.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Stress-Testing Agility: Institutional risk officers can simulate geopolitical and macro shocks instantly.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Executive Communication: Bridges quantitative engineering with executive investment committee decision-making.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60A5FA"/>
                </a:solidFill>
              </a:defRPr>
            </a:pPr>
            <a:r>
              <a:t>6. Assumptions &amp; Future Roadmap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Scope and 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Current Scope: 15 US mega-cap equities, daily rebalancing, 10 bps transaction cost model.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Multi-Asset Class: Extend framework to corporate credit, sovereign CDS, and wholesale loans.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Cross-Lingual NLP: Expand coverage to multilingual European and Asian regulatory filings.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Streaming Engine: Apache Kafka &amp; Apache Flink for real-time sub-second order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